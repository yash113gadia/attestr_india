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61"/>
  </p:normalViewPr>
  <p:slideViewPr>
    <p:cSldViewPr snapToGrid="0">
      <p:cViewPr>
        <p:scale>
          <a:sx n="116" d="100"/>
          <a:sy n="116" d="100"/>
        </p:scale>
        <p:origin x="35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B9730-C9F6-4FF6-8B50-FCF72AE02E3F}" type="datetimeFigureOut">
              <a:rPr lang="en-IN" smtClean="0"/>
              <a:t>17/03/26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F8823-AA34-41D4-A511-4AA621DE4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025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F8823-AA34-41D4-A511-4AA621DE47C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30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3CC-52ED-48C6-B4FB-A900E7E71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1B921D-333D-50CF-2B5F-50703EA27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6255-C732-731A-6D5D-524C8FAC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5CA-C56E-4B79-B345-6747DECA69D6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70FFB-9FFF-C54D-CB92-DD7C76B1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F83A-EEAB-290E-1520-6AC01A1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4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F3DE-B59B-D468-9D80-18B68492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6FB1B-46A5-EF58-62EF-4EE19809C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DC524-2CC0-2C3B-468E-C00BAB0B4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752C-4AF0-4EE9-85A1-B21DBD4BB89D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48345-456C-AA05-A515-6BBBE7073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0BAF-1C8D-4F88-EE18-B453A45B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5C42-DE78-53DD-136F-59150D2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87743-2B36-0276-8A03-14CA76D61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8D6-BCCB-1D2C-1000-2F8741635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4764F-6140-477F-A454-3F3D34240203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3F681-E556-307C-D6ED-CAF356F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73AE-B717-C02D-3B1E-4E52D915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19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4996-C289-389A-E1BF-593A9F9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F42F4-E278-4791-D11E-FFDB59B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02B1C-B5A0-2501-9653-E3C494067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80B07-51FA-8E42-5C99-789AAE47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03EA9-0FE1-428E-9BF1-E73FB25868B8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60E67-BCB4-0616-FF48-767B266E3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220C6-19D8-2B09-1A2C-5F9BBEDB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291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533-9A0C-90D5-9AE1-7255BA0C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67A3E-DC49-CC48-9A4E-8117B9F7A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AB0ED-88D6-23A0-B987-115360EAB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FF49D-ED16-AD66-B8C0-AFE8F7F50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457AC-A7E4-0AE6-ED14-6945066368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65680-DD8E-F4B6-48D6-6204F84B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254DA-81CA-4C34-B4B9-ADBF13CF9A2F}" type="datetime1">
              <a:rPr lang="en-IN" smtClean="0"/>
              <a:t>17/03/26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9BC8F-3B36-BE43-ECE4-CB51B9A4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0264F5-9736-4798-3017-0475404D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2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B4C6-CB9C-7951-EC6A-6DAAFA4E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F9303-4DB1-4B53-A9FC-C5CD38CA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FEAE5-D506-44E3-BB60-DF7895F20BA2}" type="datetime1">
              <a:rPr lang="en-IN" smtClean="0"/>
              <a:t>17/03/26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5F2362-664B-0C06-E5D4-75987F639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88BF8-5054-9233-20DB-F8BEDF49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02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FC4A0-0668-BC43-F708-FAFB42E4E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60259-960B-47C1-AF74-DCE1C1EA7164}" type="datetime1">
              <a:rPr lang="en-IN" smtClean="0"/>
              <a:t>17/03/26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DA49F3-5429-910B-6CFD-64AADCD6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F0B88-2976-620B-D8A7-6DE3CEB23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618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6615-122C-071B-9D07-CB565257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6A46-61CB-D8FA-5931-66EA08FF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4B0D0-3954-D9F2-C44D-74CEF4DD6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5148-B824-70C1-8C2E-8D337459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A713-0448-4F63-9C33-ED8C7BB35085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86C04-AE0C-1178-E2BF-1CB118617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E7EE5-815C-5D97-9429-D127432B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94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379A-7620-BB0F-FDFF-5F9F916F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450FC-E7A1-427A-25DD-8CFD6E6BA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C33BA-FB99-F801-ECB9-00DD7F2F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179DE2-603C-C4A3-DCDE-95501EBCA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7E8E8-5B35-4CF3-A0F2-3702D3D28B0C}" type="datetime1">
              <a:rPr lang="en-IN" smtClean="0"/>
              <a:t>17/03/26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3BAF-054D-5120-C069-20445382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A7752-D2C5-1C0F-0B4C-0B60089A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93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930B-7FC8-2C11-E7AC-DE70426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F5B1D-0F8B-9CDD-59CF-F7ADA2CE2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2378D-FF98-B657-2A71-2A5ADFD30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3E3C-862D-4834-9AEC-9FAE86CCA9D4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4ECC-19A9-49D1-E9E2-0C3CBFD7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E46F1-6445-82E9-D8EA-08312C82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85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A7C89-8CE2-5D35-3495-047CA3FC5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9D066-3587-2D12-A5F5-A7C3F68C4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8E5C5-6769-9126-2E0F-3FB933002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694A-4CD2-435A-9C19-498AACE9B7CE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B0E7-5DF9-11F1-3B40-72CF29CE2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C463-1A33-4D06-A923-EEF0DFFDA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74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A1504-9D04-CA0B-0E4B-102DECCD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E0B7B-794B-93E1-8EA3-9BAD67048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337F-45D4-4479-7099-024B6F16E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A840D-BDC6-494C-91E1-A142606BF42F}" type="datetime1">
              <a:rPr lang="en-IN" smtClean="0"/>
              <a:t>17/03/26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FC6F-C109-61BA-DCDD-A4026C5E7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4C3E-C350-8990-463F-4B8085837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043BD-A6AE-4C1D-A00A-77B4297964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7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BB20B-F698-9029-3C89-1809ECA9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C78AD1F-4F7B-81CC-FEBE-4670D5A43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05ADC-EBCA-9F88-FC1E-077C36C3E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2E365C-4DAD-96E1-BD5C-0EE3EAD6BF1B}"/>
              </a:ext>
            </a:extLst>
          </p:cNvPr>
          <p:cNvSpPr txBox="1"/>
          <p:nvPr/>
        </p:nvSpPr>
        <p:spPr>
          <a:xfrm>
            <a:off x="1179576" y="1163848"/>
            <a:ext cx="9829800" cy="1325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CB70DC0-DEF5-82D2-84D3-5090BDF0D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0B99616-C896-F10A-6A37-6619B94F8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1DB4322-2DFB-A6A7-E968-ECB11ECE4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5A62EA-7B6B-AB02-6DA3-10823E7C5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9BCEA99-BAB3-D646-3C26-C6E0E5428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57BA8-6A88-2C40-6D15-F60E248A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0173917-5C1C-82AB-6142-EB886DC6E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6037" y="4852038"/>
            <a:ext cx="2151670" cy="1860256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858B04-B12F-1D0A-121A-346F95B99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504C547-3367-766C-837A-A78935C9A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4B83-38EE-F5C8-A96F-D32BF29FD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009BB2-8F7B-D699-BD61-2727F0F203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4293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khushwant virdi</dc:creator>
  <cp:lastModifiedBy>Yash Gadia</cp:lastModifiedBy>
  <cp:revision>6</cp:revision>
  <cp:lastPrinted>2026-03-17T09:02:01Z</cp:lastPrinted>
  <dcterms:created xsi:type="dcterms:W3CDTF">2025-09-03T04:31:11Z</dcterms:created>
  <dcterms:modified xsi:type="dcterms:W3CDTF">2026-03-17T09:03:12Z</dcterms:modified>
</cp:coreProperties>
</file>